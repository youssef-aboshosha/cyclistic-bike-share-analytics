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Cyclistic Bike-Share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Annual Members and Casual Riders Use Cyclistic Bikes Differently?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Cyclistic wants to increase annual memberships by understanding behavioral differences between casual riders and annual members.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12 months of trip data to identify rider behavior patterns, usage trends, and marketing conversion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5.5M+ rides</a:t>
            </a:r>
          </a:p>
          <a:p>
            <a:r>
              <a:t>• 12 months of data</a:t>
            </a:r>
          </a:p>
          <a:p>
            <a:r>
              <a:t>• Ride timestamps</a:t>
            </a:r>
          </a:p>
          <a:p>
            <a:r>
              <a:t>• Bike types</a:t>
            </a:r>
          </a:p>
          <a:p>
            <a:r>
              <a:t>• Station information</a:t>
            </a:r>
          </a:p>
          <a:p>
            <a:r>
              <a:t>• Rider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Combined 12 monthly datasets</a:t>
            </a:r>
          </a:p>
          <a:p>
            <a:r>
              <a:t>• Removed invalid rides</a:t>
            </a:r>
          </a:p>
          <a:p>
            <a:r>
              <a:t>• Converted datetime columns</a:t>
            </a:r>
          </a:p>
          <a:p>
            <a:r>
              <a:t>• Engineered behavioral features</a:t>
            </a:r>
          </a:p>
          <a:p>
            <a:r>
              <a:t>• Optimized data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ride_length_min</a:t>
            </a:r>
          </a:p>
          <a:p>
            <a:r>
              <a:t>• season</a:t>
            </a:r>
          </a:p>
          <a:p>
            <a:r>
              <a:t>• is_weekend</a:t>
            </a:r>
          </a:p>
          <a:p>
            <a:r>
              <a:t>• time_period</a:t>
            </a:r>
          </a:p>
          <a:p>
            <a:r>
              <a:t>• is_round_trip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 Duration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riders take longer rides on average, indicating more recreational and leisure-oriented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Weekday vs Weekend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 primarily ride during weekdays while casual riders show higher weekend activity.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Hourly Usage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 display strong commuting patterns during rush hours.</a:t>
            </a:r>
          </a:p>
          <a:p/>
          <a:p>
            <a:r>
              <a:t>Casual riders ride more during afternoons and evenings.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rider activity increases significantly during warmer months, suggesting strong seasonal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 Trip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riders are more likely to take round trips, reinforcing recreational riding behavior.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Members use bikes mainly for commuting</a:t>
            </a:r>
          </a:p>
          <a:p>
            <a:r>
              <a:t>• Casual riders use bikes recreationally</a:t>
            </a:r>
          </a:p>
          <a:p>
            <a:r>
              <a:t>• Casual usage is more seasonal</a:t>
            </a:r>
          </a:p>
          <a:p>
            <a:r>
              <a:t>• High-conversion casual segments exist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weekend membership campaigns</a:t>
            </a:r>
          </a:p>
          <a:p>
            <a:r>
              <a:t>• Target commuter-like casual riders</a:t>
            </a:r>
          </a:p>
          <a:p>
            <a:r>
              <a:t>• Increase seasonal promotions</a:t>
            </a:r>
          </a:p>
          <a:p>
            <a:r>
              <a:t>• Use station-based marketing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Cyclistic can increase annual memberships by targeting behavioral differences between recreational and commuter riders.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